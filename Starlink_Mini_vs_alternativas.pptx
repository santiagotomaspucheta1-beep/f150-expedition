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decidir la estrategia de conectividad para los 151 días de ruta en la F-150.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números salen del Hub. La escala del viaje define la decisión: 5 meses no es unas vacaciones, es un contrato de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general antes de entrar al detalle. Dos familias: satelital (independiente de torres) y celular (depende de cobertura local).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bajó a ~199-249 USD en 2026. El punto clave: el plan Roam regional cubre un continente; para cruzar de Norteamérica a Sudamérica hace falta el plan global o cambiar de plan. Consume 20-40W, viable con la batería auxiliar.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Holafly LATAM: ilimitada, 18 países de nuestra ruta, pero el hotspot está limitado (~1GB/día compartible). Airalo/Saily/Nomad venden gigas: más barato si medimos consumo. Ninguna funciona sin torre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 locales: lo más barato pero requiere registro con pasaporte en varios países y tiempo en cada frontera. Router 4G: multiplica el valor de cualquier SIM. Roaming: descartable por precio a 151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criterio decisivo. La ruta tiene tramos largos sin ninguna torre: ahí la familia celular entera queda en cero. Si trabajamos remoto o queremos margen de seguridad, esto solo lo resuelve el satélite.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Estimaciones para todo el viaje, hardware incluido. Roaming queda descartado. La sorpresa: Starlink Roam 50GB cuesta parecido a Holafly. El combo recomendado suma dos partidas pero sigue lejos del roaming.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por criterio. Leer por filas: ninguna columna gana en todo — por eso la recomendación es un combo.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combo: Starlink Mini con Roam 50GB como columna vertebral (remoto + trabajo + seguridad), una eSIM por gigas para el día a día en ciudad, y SIM local solo en países de estadía larga (México 30d, Colombia 24d). Presupuesto total ~$850, dentro del plan de gastos.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3419951"/>
            <a:ext cx="3228856" cy="518160"/>
          </a:xfrm>
          <a:prstGeom prst="roundRect">
            <a:avLst>
              <a:gd name="adj" fmla="val 14706"/>
            </a:avLst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1562100" y="3515201"/>
            <a:ext cx="286852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F-150 EXPEDITION HUB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714756" y="3515201"/>
            <a:ext cx="488094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Prioridades de comunicación · Julio 2026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33500" y="4395311"/>
            <a:ext cx="17183100" cy="1138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420"/>
              </a:lnSpc>
              <a:buNone/>
            </a:pPr>
            <a:r>
              <a:rPr lang="en-US" sz="8250" b="1" spc="-15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 Panamericana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333500" y="5800249"/>
            <a:ext cx="1275397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3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Mini frente a Holafly, eSIM de datos, SIM locales, router 4G y roaming: qué nos conviene para 27.280 km y 14 países.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viaje en números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33500" y="1988820"/>
            <a:ext cx="1718310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escala del viaje es lo que hace que esta decisión importe.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33500" y="3002280"/>
            <a:ext cx="3676650" cy="2552700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5547360"/>
            <a:ext cx="36766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333500" y="3002280"/>
            <a:ext cx="3676650" cy="533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333500" y="3002280"/>
            <a:ext cx="9525" cy="255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002530" y="3002280"/>
            <a:ext cx="9525" cy="255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1684020" y="3436620"/>
            <a:ext cx="3273171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684020" y="4450080"/>
            <a:ext cx="32731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viaje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314950" y="3002280"/>
            <a:ext cx="3676650" cy="2552700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314950" y="5547360"/>
            <a:ext cx="36766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314950" y="3002280"/>
            <a:ext cx="3676650" cy="533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14950" y="3002280"/>
            <a:ext cx="9525" cy="255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983980" y="3002280"/>
            <a:ext cx="9525" cy="255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5470" y="3436620"/>
            <a:ext cx="3273171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5665470" y="4450080"/>
            <a:ext cx="32731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países, 13 fronteras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296400" y="3002280"/>
            <a:ext cx="3676650" cy="2552700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296400" y="5547360"/>
            <a:ext cx="36766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6400" y="3002280"/>
            <a:ext cx="3676650" cy="533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6400" y="3002280"/>
            <a:ext cx="9525" cy="255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2965430" y="3002280"/>
            <a:ext cx="9525" cy="255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9646920" y="3436620"/>
            <a:ext cx="3273171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27.280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9646920" y="4450080"/>
            <a:ext cx="32731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de ruta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277850" y="3002280"/>
            <a:ext cx="3676650" cy="2552700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77850" y="5547360"/>
            <a:ext cx="36766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77850" y="3002280"/>
            <a:ext cx="3676650" cy="533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77850" y="3002280"/>
            <a:ext cx="9525" cy="255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46880" y="3002280"/>
            <a:ext cx="9525" cy="255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13628370" y="3436620"/>
            <a:ext cx="3273171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13628370" y="4450080"/>
            <a:ext cx="3064878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de servicio a pagar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333500" y="6088380"/>
            <a:ext cx="15621000" cy="146685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1714500" y="6393180"/>
            <a:ext cx="1532763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814"/>
              </a:lnSpc>
              <a:buNone/>
            </a:pPr>
            <a:r>
              <a:rPr lang="en-US" sz="22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Implicación: cualquier opción "por día" o "por país" se multiplica por 151 días y 14 países. Las tarifas mensuales y los planes regionales dominan la comparación.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seis opciones sobre la mesa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333500" y="2293620"/>
            <a:ext cx="5029200" cy="2787968"/>
          </a:xfrm>
          <a:prstGeom prst="roundRect">
            <a:avLst>
              <a:gd name="adj" fmla="val 478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676400" y="2636520"/>
            <a:ext cx="47777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SATELITAL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76400" y="3055620"/>
            <a:ext cx="47777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Mini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676400" y="3646170"/>
            <a:ext cx="4473702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Antena propia en la camioneta. Funciona donde no hay ninguna torre celular.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629400" y="2293620"/>
            <a:ext cx="5029200" cy="2787968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79920" y="2644140"/>
            <a:ext cx="4760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· eSIM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79920" y="3063240"/>
            <a:ext cx="476097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Holafly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979920" y="3653790"/>
            <a:ext cx="4458005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eSIM "ilimitada" por región. Un plan LATAM cubre 18 países; compartir datos está limitado.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925300" y="2293620"/>
            <a:ext cx="5029200" cy="2787968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75820" y="2644140"/>
            <a:ext cx="4760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· eSIM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275820" y="3063240"/>
            <a:ext cx="476097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Airalo / Saily / Nomad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275820" y="3653790"/>
            <a:ext cx="4458005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eSIM por gigas (5–20 GB). Más baratas si el consumo es moderado y medible.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33500" y="5348288"/>
            <a:ext cx="5029200" cy="2787968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4020" y="5698807"/>
            <a:ext cx="4760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· FÍSICA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84020" y="6117907"/>
            <a:ext cx="476097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locales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684020" y="6708457"/>
            <a:ext cx="4458005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Claro / Tigo / Movistar en cada país. Lo más barato por GB; un trámite en cada frontera.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629400" y="5348288"/>
            <a:ext cx="5029200" cy="2787968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9920" y="5698807"/>
            <a:ext cx="4760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· FÍSICA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79920" y="6117907"/>
            <a:ext cx="476097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4G/5G + SIM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979920" y="6708457"/>
            <a:ext cx="4458005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con antena externa en la F-150. Mejor señal que el teléfono y WiFi para todos.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925300" y="5348288"/>
            <a:ext cx="5029200" cy="2787968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75820" y="5698807"/>
            <a:ext cx="4760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· ROAMING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275820" y="6117907"/>
            <a:ext cx="476097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Roaming del operador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2275820" y="6708457"/>
            <a:ext cx="4458005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Pases diarios (~10–12 USD/día). A 151 días, es la opción más cara por lejos.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Mini: qué compramos y qué pagamos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333500" y="2293620"/>
            <a:ext cx="7903012" cy="1165860"/>
          </a:xfrm>
          <a:prstGeom prst="roundRect">
            <a:avLst>
              <a:gd name="adj" fmla="val 11438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676400" y="2689860"/>
            <a:ext cx="312766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Antena Mini (una vez)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965871" y="2598420"/>
            <a:ext cx="2120515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$199–249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333500" y="3688080"/>
            <a:ext cx="7903012" cy="1165860"/>
          </a:xfrm>
          <a:prstGeom prst="roundRect">
            <a:avLst>
              <a:gd name="adj" fmla="val 11438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4084320"/>
            <a:ext cx="262841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Roam 50 GB / mes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03350" y="3992880"/>
            <a:ext cx="2299287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~$50/mes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333500" y="5082540"/>
            <a:ext cx="7903012" cy="1165860"/>
          </a:xfrm>
          <a:prstGeom prst="roundRect">
            <a:avLst>
              <a:gd name="adj" fmla="val 11438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676400" y="5478780"/>
            <a:ext cx="316905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Roam Global ilimitado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637967" y="5387340"/>
            <a:ext cx="358121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~$165–200/mes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1333500" y="6477000"/>
            <a:ext cx="7903012" cy="2091690"/>
          </a:xfrm>
          <a:prstGeom prst="roundRect">
            <a:avLst>
              <a:gd name="adj" fmla="val 6375"/>
            </a:avLst>
          </a:prstGeom>
          <a:solidFill>
            <a:srgbClr val="422006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84020" y="6751320"/>
            <a:ext cx="7439062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Ojo: el plan regional cubre un solo continente. Nuestra ruta cruza de Norteamérica a Sudamérica: plan Global, o cambiar de plan/país sobre la marcha (sin permanencia, se puede pausar por $5/mes).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769912" y="2293620"/>
            <a:ext cx="38100" cy="16454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74712" y="2293620"/>
            <a:ext cx="756776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favor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074712" y="2743200"/>
            <a:ext cx="7086182" cy="123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02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en el Darién, altiplano y Patagonia sin depender de torres · 100+ Mbps reales · WiFi para todos los dispositivos del campamento · sin trámites por país.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769912" y="4167664"/>
            <a:ext cx="38100" cy="16454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74712" y="4167664"/>
            <a:ext cx="756776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contra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074712" y="4617244"/>
            <a:ext cx="7086182" cy="123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02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20–40 W de consumo (4–6 h con una batería de 100 Wh) · necesita cielo despejado, no sirve dentro de la ciudad o bajo árboles · un equipo más que declarar y cuidar en aduanas.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769912" y="6041707"/>
            <a:ext cx="38100" cy="16454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74712" y="6041707"/>
            <a:ext cx="756776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F-150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074712" y="6491288"/>
            <a:ext cx="7086182" cy="123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02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alimenta del 12 V / USB-C del sistema auxiliar. Montaje magnético en el techo o desplegada en el campamento; usable en movimiento a velocidad de ruta.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Holafly frente a las eSIM por gigas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333500" y="2293620"/>
            <a:ext cx="7620000" cy="54673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7753350"/>
            <a:ext cx="7620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2293620"/>
            <a:ext cx="7620000" cy="533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1333500" y="2293620"/>
            <a:ext cx="9525" cy="54673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8945880" y="2293620"/>
            <a:ext cx="9525" cy="54673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798320" y="2766060"/>
            <a:ext cx="7359396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Holafly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98320" y="3352800"/>
            <a:ext cx="73593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ilimitados por suscripción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6430" y="3947160"/>
            <a:ext cx="6763817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40000"/>
              </a:lnSpc>
              <a:buSzPct val="100000"/>
              <a:buChar char="•"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LATAM: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países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ruta con una sola eSIM, se conecta sola al cruzar fronteras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16430" y="4933950"/>
            <a:ext cx="7210806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40000"/>
              </a:lnSpc>
              <a:buSzPct val="100000"/>
              <a:buChar char="•"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mensuales desde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~$50–65 USD/mes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916430" y="5494020"/>
            <a:ext cx="6763817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40000"/>
              </a:lnSpc>
              <a:buSzPct val="100000"/>
              <a:buChar char="•"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limitado: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GB/día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compartible — mal ajuste para 2+ personas y laptops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916430" y="6480810"/>
            <a:ext cx="6763817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40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número local ni SMS (afecta apps bancarias y verificaciones)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34500" y="2293620"/>
            <a:ext cx="7620000" cy="54673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334500" y="7753350"/>
            <a:ext cx="7620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9334500" y="2293620"/>
            <a:ext cx="7620000" cy="533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9334500" y="2293620"/>
            <a:ext cx="9525" cy="54673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46880" y="2293620"/>
            <a:ext cx="9525" cy="54673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9799320" y="2766060"/>
            <a:ext cx="7359396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Airalo · Saily · Nomad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799320" y="3352800"/>
            <a:ext cx="73593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de datos regionales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917430" y="3947160"/>
            <a:ext cx="6763817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40000"/>
              </a:lnSpc>
              <a:buSzPct val="100000"/>
              <a:buChar char="•"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regionales LATAM de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5–20 GB / 30 días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recargables desde la app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917430" y="4933950"/>
            <a:ext cx="6763817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40000"/>
              </a:lnSpc>
              <a:buSzPct val="100000"/>
              <a:buChar char="•"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típico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$3–5 USD por GB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gana si consumimos poco y medido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917430" y="5920740"/>
            <a:ext cx="7210806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40000"/>
              </a:lnSpc>
              <a:buSzPct val="100000"/>
              <a:buChar char="•"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restricción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mayoría de planes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917430" y="6480810"/>
            <a:ext cx="6763817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86690" indent="-186690">
              <a:lnSpc>
                <a:spcPct val="140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Riesgo: quedarse sin gigas a mitad de mes; los "ilimitados" reales escasean en LATAM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33500" y="8141970"/>
            <a:ext cx="15621000" cy="1362075"/>
          </a:xfrm>
          <a:prstGeom prst="roundRect">
            <a:avLst>
              <a:gd name="adj" fmla="val 9790"/>
            </a:avLst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1714500" y="8408670"/>
            <a:ext cx="1532763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64"/>
              </a:lnSpc>
              <a:buNone/>
            </a:pPr>
            <a:r>
              <a:rPr lang="en-US" sz="21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 dependen 100% de la red celular local: en ciudades y carreteras principales funcionan bien; en los tramos remotos del viaje, ninguna.</a:t>
            </a:r>
            <a:endParaRPr lang="en-US" sz="21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locales, router 4G y roaming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333500" y="2293620"/>
            <a:ext cx="5003721" cy="7040880"/>
          </a:xfrm>
          <a:prstGeom prst="roundRect">
            <a:avLst>
              <a:gd name="adj" fmla="val 2665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326880"/>
            <a:ext cx="5003721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2293620"/>
            <a:ext cx="5003721" cy="533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1333500" y="2293620"/>
            <a:ext cx="9525" cy="7040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6329601" y="2293620"/>
            <a:ext cx="9525" cy="7040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722120" y="2727960"/>
            <a:ext cx="46491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locales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722120" y="3375660"/>
            <a:ext cx="4353275" cy="3329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20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Claro y Tigo cubren casi toda la ruta. </a:t>
            </a:r>
            <a:pPr algn="l" indent="0" marL="0">
              <a:lnSpc>
                <a:spcPct val="138462"/>
              </a:lnSpc>
              <a:buNone/>
            </a:pPr>
            <a:r>
              <a:rPr lang="en-US" sz="20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$8–20 USD </a:t>
            </a:r>
            <a:pPr algn="l" indent="0" marL="0">
              <a:lnSpc>
                <a:spcPct val="138462"/>
              </a:lnSpc>
              <a:buNone/>
            </a:pPr>
            <a:r>
              <a:rPr lang="en-US" sz="20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20–40 GB por país. El costo real es el tiempo: local del operador + pasaporte + registro en cada país, ×12 países. En varios (Chile, Argentina, Perú) el registro es obligatorio y puede tardar.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642021" y="2293620"/>
            <a:ext cx="5003840" cy="7040880"/>
          </a:xfrm>
          <a:prstGeom prst="roundRect">
            <a:avLst>
              <a:gd name="adj" fmla="val 2665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42021" y="9326880"/>
            <a:ext cx="500384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642021" y="2293620"/>
            <a:ext cx="5003840" cy="533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2021" y="2293620"/>
            <a:ext cx="9525" cy="7040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38241" y="2293620"/>
            <a:ext cx="9525" cy="7040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7030641" y="2727960"/>
            <a:ext cx="46492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4G/5G en la F-150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030641" y="3375660"/>
            <a:ext cx="4353398" cy="3329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20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$100–180 USD </a:t>
            </a:r>
            <a:pPr algn="l" indent="0" marL="0">
              <a:lnSpc>
                <a:spcPct val="138462"/>
              </a:lnSpc>
              <a:buNone/>
            </a:pPr>
            <a:r>
              <a:rPr lang="en-US" sz="20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(tipo GL.iNet / Netgear con antena externa). No es una fuente de datos: potencia cualquier SIM o eSIM que le pongamos. Antena en el techo = señal donde el teléfono ya no tiene, y WiFi estable para los dos.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1950660" y="2293620"/>
            <a:ext cx="5003840" cy="7040880"/>
          </a:xfrm>
          <a:prstGeom prst="roundRect">
            <a:avLst>
              <a:gd name="adj" fmla="val 2665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950660" y="9326880"/>
            <a:ext cx="500384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950660" y="2293620"/>
            <a:ext cx="5003840" cy="533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50660" y="2293620"/>
            <a:ext cx="9525" cy="7040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6946880" y="2293620"/>
            <a:ext cx="9525" cy="7040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2339281" y="2727960"/>
            <a:ext cx="46492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Roaming del operador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339281" y="3375660"/>
            <a:ext cx="4353398" cy="3329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20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Pases tipo Day Pass: </a:t>
            </a:r>
            <a:pPr algn="l" indent="0" marL="0">
              <a:lnSpc>
                <a:spcPct val="138462"/>
              </a:lnSpc>
              <a:buNone/>
            </a:pPr>
            <a:r>
              <a:rPr lang="en-US" sz="20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~$10–12 USD/día </a:t>
            </a:r>
            <a:pPr algn="l" indent="0" marL="0">
              <a:lnSpc>
                <a:spcPct val="138462"/>
              </a:lnSpc>
              <a:buNone/>
            </a:pPr>
            <a:r>
              <a:rPr lang="en-US" sz="20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~120 días fuera de EE.UU. son </a:t>
            </a:r>
            <a:pPr algn="l" indent="0" marL="0">
              <a:lnSpc>
                <a:spcPct val="138462"/>
              </a:lnSpc>
              <a:buNone/>
            </a:pPr>
            <a:r>
              <a:rPr lang="en-US" sz="2025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$1.200–1.450 USD </a:t>
            </a:r>
            <a:pPr algn="l" indent="0" marL="0">
              <a:lnSpc>
                <a:spcPct val="138462"/>
              </a:lnSpc>
              <a:buNone/>
            </a:pPr>
            <a:r>
              <a:rPr lang="en-US" sz="20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una sola línea, con límites de uso "de viaje". Útil solo como respaldo puntual el primer día en un país.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en los tramos remotos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33500" y="1950720"/>
            <a:ext cx="1718310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la ruta se pone interesante, la red celular desaparece. Ahí se separa el satélite de todo lo demás.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33500" y="2887980"/>
            <a:ext cx="44005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562600" y="2887980"/>
            <a:ext cx="613981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(eSIM / SIM / router)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372850" y="2887980"/>
            <a:ext cx="613981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MINI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33500" y="3425190"/>
            <a:ext cx="15621000" cy="868680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672840"/>
            <a:ext cx="44005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y Sierra de México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829300" y="369189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Intermitente en carretera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372850" y="369189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333500" y="4503420"/>
            <a:ext cx="15621000" cy="868680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4751070"/>
            <a:ext cx="44005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Selva del Darién / embarque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829300" y="477012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señal en tramos largos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1372850" y="477012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333500" y="5581650"/>
            <a:ext cx="15621000" cy="868680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5829300"/>
            <a:ext cx="44005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Altiplano Perú–Bolivia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829300" y="584835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pueblos; rutas en cero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1372850" y="584835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333500" y="6659880"/>
            <a:ext cx="15621000" cy="868680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6907530"/>
            <a:ext cx="44005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Carretera Austral / Patagonia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829300" y="692658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Cientos de km sin torre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1372850" y="692658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333500" y="7738110"/>
            <a:ext cx="15621000" cy="1242060"/>
          </a:xfrm>
          <a:prstGeom prst="roundRect">
            <a:avLst>
              <a:gd name="adj" fmla="val 9202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7985760"/>
            <a:ext cx="412051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Ciudades y Panamericana norte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5829300" y="819150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 a excelente (4G/5G)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11372850" y="8191500"/>
            <a:ext cx="584644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cielo abierto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estimado del viaje completo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33500" y="1912620"/>
            <a:ext cx="17183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 días · hardware incluido · USD aproximados a precios de mediados de 2026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895350" y="2846070"/>
            <a:ext cx="48196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locales (12 países)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5943600" y="2819400"/>
            <a:ext cx="1282779" cy="41910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5335250" y="2830830"/>
            <a:ext cx="178117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~$200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895350" y="3512820"/>
            <a:ext cx="48196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Airalo / Saily (gigas medidas)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5943600" y="3486150"/>
            <a:ext cx="1832610" cy="41910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5335250" y="3497580"/>
            <a:ext cx="178117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~$280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895350" y="4179570"/>
            <a:ext cx="48196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Holafly ilimitada (5 meses)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5943600" y="4152900"/>
            <a:ext cx="2199084" cy="41910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5335250" y="4164330"/>
            <a:ext cx="178117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~$330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895350" y="4846320"/>
            <a:ext cx="48196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4G + SIM locales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5943600" y="4819650"/>
            <a:ext cx="2382322" cy="41910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5335250" y="4831080"/>
            <a:ext cx="178117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~$360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895350" y="5513070"/>
            <a:ext cx="48196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Mini + Roam 50 GB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5943600" y="5486400"/>
            <a:ext cx="3298627" cy="41910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5335250" y="5497830"/>
            <a:ext cx="178117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~$500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895350" y="6179820"/>
            <a:ext cx="48196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Mini + Roam Global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5943600" y="6153150"/>
            <a:ext cx="6963846" cy="41910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5335250" y="6164580"/>
            <a:ext cx="178117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~$1.075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895350" y="6846570"/>
            <a:ext cx="48196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Roaming del operador (pases)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5943600" y="6819900"/>
            <a:ext cx="9163050" cy="41910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15335250" y="6831330"/>
            <a:ext cx="178117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~$1.400+</a:t>
            </a:r>
            <a:endParaRPr lang="en-US" sz="23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por criterio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33500" y="2274570"/>
            <a:ext cx="314277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64142" y="2122170"/>
            <a:ext cx="2671524" cy="636270"/>
          </a:xfrm>
          <a:prstGeom prst="roundRect">
            <a:avLst>
              <a:gd name="adj" fmla="val 17964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754642" y="2274570"/>
            <a:ext cx="237067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Mini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426166" y="2274570"/>
            <a:ext cx="254272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Holafly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264735" y="2274570"/>
            <a:ext cx="2342709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Airalo etc.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909113" y="2274570"/>
            <a:ext cx="252114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local + router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726727" y="2274570"/>
            <a:ext cx="1303973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Roaming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2758440"/>
            <a:ext cx="16002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2929890"/>
            <a:ext cx="314277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 remotas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64142" y="2758440"/>
            <a:ext cx="2671524" cy="11128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642" y="2929890"/>
            <a:ext cx="2370670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426166" y="2929890"/>
            <a:ext cx="254272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264735" y="2929890"/>
            <a:ext cx="2342709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909113" y="2929890"/>
            <a:ext cx="2521142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726727" y="2929890"/>
            <a:ext cx="1303973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3871317"/>
            <a:ext cx="16002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4042767"/>
            <a:ext cx="314277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(151 días)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4564142" y="3871317"/>
            <a:ext cx="2671524" cy="11128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642" y="4042767"/>
            <a:ext cx="2370670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$500–1.075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26166" y="4042767"/>
            <a:ext cx="254272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~$330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264735" y="4042767"/>
            <a:ext cx="2342709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~$280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909113" y="4042767"/>
            <a:ext cx="2521142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~$360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5726727" y="4042767"/>
            <a:ext cx="1303973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$1.400+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43000" y="4984195"/>
            <a:ext cx="16002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500" y="5155645"/>
            <a:ext cx="314277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ilimitados reales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4564142" y="4984195"/>
            <a:ext cx="2671524" cy="11128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642" y="5155645"/>
            <a:ext cx="2370670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plan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426166" y="5155645"/>
            <a:ext cx="254272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Sí, hotspot limitado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264735" y="5155645"/>
            <a:ext cx="2342709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(gigas)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909113" y="5155645"/>
            <a:ext cx="2521142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Sí, por país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5726727" y="5155645"/>
            <a:ext cx="1303973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143000" y="6097071"/>
            <a:ext cx="16002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333500" y="6268521"/>
            <a:ext cx="314277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dispositivos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564142" y="6097071"/>
            <a:ext cx="2671524" cy="11128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642" y="6268521"/>
            <a:ext cx="2370670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propio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7426166" y="6268521"/>
            <a:ext cx="254272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GB/día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0264735" y="6268521"/>
            <a:ext cx="2342709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del móvil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909113" y="6268521"/>
            <a:ext cx="2521142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del router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5726727" y="6268521"/>
            <a:ext cx="1303973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143000" y="7209949"/>
            <a:ext cx="16002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333500" y="7381399"/>
            <a:ext cx="314277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Trámites por país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4564142" y="7209949"/>
            <a:ext cx="2671524" cy="11128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642" y="7381399"/>
            <a:ext cx="2370670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7426166" y="7381399"/>
            <a:ext cx="2542726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264735" y="7381399"/>
            <a:ext cx="2342709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2909113" y="7381399"/>
            <a:ext cx="2521142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×12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5726727" y="7381399"/>
            <a:ext cx="1303973" cy="808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143000" y="8322826"/>
            <a:ext cx="16002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1333500" y="8494276"/>
            <a:ext cx="3142776" cy="802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/ instalación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4564142" y="8322826"/>
            <a:ext cx="2671524" cy="11069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642" y="8494276"/>
            <a:ext cx="2370670" cy="802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20–40 W, montaje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7426166" y="8494276"/>
            <a:ext cx="2542726" cy="802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10264735" y="8494276"/>
            <a:ext cx="2342709" cy="802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2909113" y="8494276"/>
            <a:ext cx="2521142" cy="802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12 V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15726727" y="8494276"/>
            <a:ext cx="1303973" cy="802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29214"/>
            <a:ext cx="171831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885474"/>
            <a:ext cx="14716125" cy="154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53"/>
              </a:lnSpc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Mini como columna vertebral, eSIM para el día a día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333500" y="3927634"/>
            <a:ext cx="5003721" cy="3086100"/>
          </a:xfrm>
          <a:prstGeom prst="roundRect">
            <a:avLst>
              <a:gd name="adj" fmla="val 4321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3927634"/>
            <a:ext cx="5003721" cy="533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1676400" y="4323874"/>
            <a:ext cx="474971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Starlink Mini + Roam 50 GB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76400" y="4811554"/>
            <a:ext cx="444745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remoto, campamentos, tramos sin señal y seguridad. Pausar el plan ($5/mes) los meses de ciudad. ~$500 total.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42021" y="3927634"/>
            <a:ext cx="5003840" cy="3086100"/>
          </a:xfrm>
          <a:prstGeom prst="roundRect">
            <a:avLst>
              <a:gd name="adj" fmla="val 4321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642021" y="3927634"/>
            <a:ext cx="5003840" cy="533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984921" y="4323874"/>
            <a:ext cx="444758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eSIM por gigas (Airalo/Saily)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984921" y="5184934"/>
            <a:ext cx="4447581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Mapas, WhatsApp y avisos en movimiento, sin desplegar la antena. Plan regional LATAM recargable. ~$200 total.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950660" y="3927634"/>
            <a:ext cx="5003840" cy="3086100"/>
          </a:xfrm>
          <a:prstGeom prst="roundRect">
            <a:avLst>
              <a:gd name="adj" fmla="val 4321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50660" y="3927634"/>
            <a:ext cx="5003840" cy="533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2293560" y="4323874"/>
            <a:ext cx="474984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SIM local en estadías largas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293560" y="4811554"/>
            <a:ext cx="4447581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México (30 d) y Colombia (24 d): gigas baratos y número local para apps. ~$40 total.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33500" y="7547134"/>
            <a:ext cx="15621000" cy="1410653"/>
          </a:xfrm>
          <a:prstGeom prst="roundRect">
            <a:avLst>
              <a:gd name="adj" fmla="val 9453"/>
            </a:avLst>
          </a:prstGeom>
          <a:solidFill>
            <a:srgbClr val="14532D"/>
          </a:solidFill>
          <a:ln/>
        </p:spPr>
      </p:sp>
      <p:sp>
        <p:nvSpPr>
          <p:cNvPr id="17" name="Text 15"/>
          <p:cNvSpPr/>
          <p:nvPr/>
        </p:nvSpPr>
        <p:spPr>
          <a:xfrm>
            <a:off x="1752600" y="7886700"/>
            <a:ext cx="1903893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~$740</a:t>
            </a:r>
            <a:endParaRPr lang="en-US" sz="4350" dirty="0"/>
          </a:p>
        </p:txBody>
      </p:sp>
      <p:sp>
        <p:nvSpPr>
          <p:cNvPr id="18" name="Text 16"/>
          <p:cNvSpPr/>
          <p:nvPr/>
        </p:nvSpPr>
        <p:spPr>
          <a:xfrm>
            <a:off x="3864412" y="7851934"/>
            <a:ext cx="13051118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DCF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los 151 días, hardware incluido — la mitad que el roaming, con cobertura en el 100% de la ruta y WiFi para todo el equipo.</a:t>
            </a:r>
            <a:endParaRPr lang="en-US" sz="21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2026-07-14T15:38:34Z</dcterms:created>
  <dcterms:modified xsi:type="dcterms:W3CDTF">2026-07-14T15:38:34Z</dcterms:modified>
</cp:coreProperties>
</file>